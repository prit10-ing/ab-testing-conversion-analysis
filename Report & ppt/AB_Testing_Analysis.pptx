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3863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441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06440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200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11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1330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443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8592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760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457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61588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90530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052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5731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03174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59599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6412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435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A/B Testing Dashboard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Analyzing conversion performance of old vs new landing page to support business decision making.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Users: ~290K</a:t>
            </a:r>
          </a:p>
          <a:p>
            <a:r>
              <a:t>Features: user_id, group, landing_page, converted, timestamp</a:t>
            </a:r>
          </a:p>
          <a:p>
            <a:r>
              <a:t>Goal: Compare conversion rates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Removed duplicate users</a:t>
            </a:r>
          </a:p>
          <a:p>
            <a:r>
              <a:t>Removed mismatched group &amp; landing page</a:t>
            </a:r>
          </a:p>
          <a:p>
            <a:r>
              <a:t>Validated binary conversion values</a:t>
            </a:r>
          </a:p>
          <a:p>
            <a:r>
              <a:t>Prepared clean dataset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Conversion Rate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Old Page: ~12.03%</a:t>
            </a:r>
          </a:p>
          <a:p>
            <a:r>
              <a:t>New Page: ~11.87%</a:t>
            </a:r>
          </a:p>
          <a:p>
            <a:r>
              <a:t>Old page performs slightly better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Lift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Lift = -1.3%</a:t>
            </a:r>
          </a:p>
          <a:p>
            <a:r>
              <a:t>New page shows slight decline compared to old page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Hypothesis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Two-Proportion Z-Test</a:t>
            </a:r>
          </a:p>
          <a:p>
            <a:r>
              <a:t>P-value &gt; 0.05</a:t>
            </a:r>
          </a:p>
          <a:p>
            <a:r>
              <a:t>Result: Not statistically significant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Trend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Conversion trend over time remains stable</a:t>
            </a:r>
          </a:p>
          <a:p>
            <a:r>
              <a:t>Old page consistently slightly higher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Old landing page performs slightly better, but difference is not statistically significant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 not replace old landing page</a:t>
            </a:r>
          </a:p>
          <a:p>
            <a:r>
              <a:t>Run further experiments if needed</a:t>
            </a:r>
          </a:p>
          <a:p>
            <a:r>
              <a:t>Focus on other optimization areas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 strong evidence to support new landing page</a:t>
            </a:r>
          </a:p>
          <a:p>
            <a:r>
              <a:t>Decision should be data-driven and cautious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175</Words>
  <Application>Microsoft Office PowerPoint</Application>
  <PresentationFormat>On-screen Show (4:3)</PresentationFormat>
  <Paragraphs>34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Garamond</vt:lpstr>
      <vt:lpstr>Organic</vt:lpstr>
      <vt:lpstr>A/B Testing Dashboard Analysis</vt:lpstr>
      <vt:lpstr>Dataset Overview</vt:lpstr>
      <vt:lpstr>Data Preparation</vt:lpstr>
      <vt:lpstr>Conversion Rate Analysis</vt:lpstr>
      <vt:lpstr>Lift Analysis</vt:lpstr>
      <vt:lpstr>Hypothesis Testing</vt:lpstr>
      <vt:lpstr>Trend Analysis</vt:lpstr>
      <vt:lpstr>Key Insight</vt:lpstr>
      <vt:lpstr>Business Recommendation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pritesh ingle</cp:lastModifiedBy>
  <cp:revision>2</cp:revision>
  <dcterms:created xsi:type="dcterms:W3CDTF">2013-01-27T09:14:16Z</dcterms:created>
  <dcterms:modified xsi:type="dcterms:W3CDTF">2026-03-19T15:27:40Z</dcterms:modified>
  <cp:category/>
</cp:coreProperties>
</file>